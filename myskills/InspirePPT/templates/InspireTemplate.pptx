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3"/>
    <p:sldId id="283" r:id="rId4"/>
    <p:sldId id="274" r:id="rId5"/>
    <p:sldId id="273" r:id="rId6"/>
    <p:sldId id="260" r:id="rId7"/>
    <p:sldId id="261" r:id="rId8"/>
    <p:sldId id="275" r:id="rId9"/>
    <p:sldId id="276" r:id="rId10"/>
    <p:sldId id="263" r:id="rId11"/>
    <p:sldId id="267" r:id="rId12"/>
    <p:sldId id="266" r:id="rId13"/>
  </p:sldIdLst>
  <p:sldSz cx="9144000" cy="5143500" type="screen16x9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2" userDrawn="1">
          <p15:clr>
            <a:srgbClr val="A4A3A4"/>
          </p15:clr>
        </p15:guide>
        <p15:guide id="3" pos="2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3B5E7"/>
    <a:srgbClr val="0A2240"/>
    <a:srgbClr val="F5ACB8"/>
    <a:srgbClr val="625D9C"/>
    <a:srgbClr val="6FB1C8"/>
    <a:srgbClr val="00524C"/>
    <a:srgbClr val="FFFFFF"/>
    <a:srgbClr val="F5F5F6"/>
    <a:srgbClr val="D5873B"/>
    <a:srgbClr val="8EB9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65" autoAdjust="0"/>
    <p:restoredTop sz="94660"/>
  </p:normalViewPr>
  <p:slideViewPr>
    <p:cSldViewPr snapToGrid="0" showGuides="1">
      <p:cViewPr>
        <p:scale>
          <a:sx n="87" d="100"/>
          <a:sy n="87" d="100"/>
        </p:scale>
        <p:origin x="1584" y="1448"/>
      </p:cViewPr>
      <p:guideLst>
        <p:guide orient="horz" pos="1620"/>
        <p:guide pos="2882"/>
        <p:guide pos="22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60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139" y="1143000"/>
            <a:ext cx="548572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7" Type="http://schemas.openxmlformats.org/officeDocument/2006/relationships/image" Target="../media/image1.png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 PPT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ctrTitle" idx="4294967295" hasCustomPrompt="1"/>
            <p:custDataLst>
              <p:tags r:id="rId2"/>
            </p:custDataLst>
          </p:nvPr>
        </p:nvSpPr>
        <p:spPr>
          <a:xfrm>
            <a:off x="363600" y="609168"/>
            <a:ext cx="8416800" cy="3925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>
              <a:defRPr spc="150" baseline="0"/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4800" dirty="0">
              <a:solidFill>
                <a:schemeClr val="bg2"/>
              </a:solidFill>
              <a:effectLst/>
            </a:endParaRPr>
          </a:p>
        </p:txBody>
      </p:sp>
      <p:sp>
        <p:nvSpPr>
          <p:cNvPr id="10" name="Google Shape;9;p1"/>
          <p:cNvSpPr txBox="1"/>
          <p:nvPr userDrawn="1">
            <p:custDataLst>
              <p:tags r:id="rId3"/>
            </p:custDataLst>
          </p:nvPr>
        </p:nvSpPr>
        <p:spPr>
          <a:xfrm>
            <a:off x="363600" y="4929505"/>
            <a:ext cx="1297940" cy="9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© 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202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6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Inspire</a:t>
            </a: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 |  Confidential </a:t>
            </a:r>
            <a:endParaRPr lang="en-GB" sz="600" b="0" i="0" u="none" strike="noStrike" cap="none" dirty="0">
              <a:solidFill>
                <a:schemeClr val="accent2"/>
              </a:solidFill>
              <a:latin typeface="MiSans Light" panose="00000400000000000000" charset="-122"/>
              <a:ea typeface="MiSans Light" panose="00000400000000000000" charset="-122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" name="图片 1" descr="辅助图形_画板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68185" y="3018155"/>
            <a:ext cx="1898650" cy="20085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50" y="343535"/>
            <a:ext cx="1410482" cy="439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able of contents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6758305" y="4884420"/>
            <a:ext cx="2025015" cy="142240"/>
          </a:xfrm>
          <a:prstGeom prst="rect">
            <a:avLst/>
          </a:prstGeom>
        </p:spPr>
        <p:txBody>
          <a:bodyPr/>
          <a:lstStyle>
            <a:lvl1pPr algn="r">
              <a:defRPr kumimoji="0" lang="en-GB" sz="600" b="0" i="0" u="none" strike="noStrike" kern="1200" cap="none" spc="0" normalizeH="0" baseline="0" noProof="1">
                <a:solidFill>
                  <a:srgbClr val="999999"/>
                </a:solidFill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  <a:sym typeface="Inter" panose="02000503000000020004"/>
              </a:defRPr>
            </a:lvl1pPr>
          </a:lstStyle>
          <a:p>
            <a:pPr>
              <a:buClr>
                <a:srgbClr val="000000"/>
              </a:buClr>
              <a:buSzPts val="700"/>
              <a:buFont typeface="Arial" panose="020B0604020202020204"/>
              <a:buNone/>
            </a:pPr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Google Shape;9;p1"/>
          <p:cNvSpPr txBox="1"/>
          <p:nvPr userDrawn="1">
            <p:custDataLst>
              <p:tags r:id="rId3"/>
            </p:custDataLst>
          </p:nvPr>
        </p:nvSpPr>
        <p:spPr>
          <a:xfrm>
            <a:off x="368300" y="4929505"/>
            <a:ext cx="3937635" cy="9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© 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202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6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Inspire</a:t>
            </a: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 |  Confidential </a:t>
            </a:r>
            <a:endParaRPr lang="en-GB" sz="600" b="0" i="0" u="none" strike="noStrike" cap="none" dirty="0">
              <a:solidFill>
                <a:schemeClr val="accent2"/>
              </a:solidFill>
              <a:latin typeface="MiSans Light" panose="00000400000000000000" charset="-122"/>
              <a:ea typeface="MiSans Light" panose="00000400000000000000" charset="-122"/>
              <a:cs typeface="Inter" panose="02000503000000020004"/>
              <a:sym typeface="Inter" panose="02000503000000020004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67665" y="360045"/>
            <a:ext cx="8415655" cy="52959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pc="150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367665" y="1029970"/>
            <a:ext cx="8416925" cy="356997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b="0" i="0">
                <a:latin typeface="MiSans Light" panose="00000400000000000000" charset="-122"/>
                <a:ea typeface="MiSans Light" panose="00000400000000000000" charset="-122"/>
              </a:defRPr>
            </a:lvl1pPr>
            <a:lvl2pPr>
              <a:defRPr b="0" i="0">
                <a:latin typeface="MiSans Light" panose="00000400000000000000" charset="-122"/>
                <a:ea typeface="MiSans Light" panose="00000400000000000000" charset="-122"/>
              </a:defRPr>
            </a:lvl2pPr>
            <a:lvl3pPr>
              <a:defRPr b="0" i="0">
                <a:latin typeface="MiSans Light" panose="00000400000000000000" charset="-122"/>
                <a:ea typeface="MiSans Light" panose="00000400000000000000" charset="-122"/>
              </a:defRPr>
            </a:lvl3pPr>
            <a:lvl4pPr marL="10287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lIns="0"/>
          <a:lstStyle>
            <a:lvl1pPr>
              <a:defRPr spc="150" baseline="0">
                <a:solidFill>
                  <a:schemeClr val="accent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Google Shape;9;p1"/>
          <p:cNvSpPr txBox="1"/>
          <p:nvPr userDrawn="1">
            <p:custDataLst>
              <p:tags r:id="rId2"/>
            </p:custDataLst>
          </p:nvPr>
        </p:nvSpPr>
        <p:spPr>
          <a:xfrm>
            <a:off x="363600" y="4929505"/>
            <a:ext cx="1297940" cy="9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© 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202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6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Inspire</a:t>
            </a: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 |  Confidential </a:t>
            </a:r>
            <a:endParaRPr lang="en-GB" sz="600" b="0" i="0" u="none" strike="noStrike" cap="none" dirty="0">
              <a:solidFill>
                <a:schemeClr val="accent2"/>
              </a:solidFill>
              <a:latin typeface="MiSans Light" panose="00000400000000000000" charset="-122"/>
              <a:ea typeface="MiSans Light" panose="00000400000000000000" charset="-122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 Slide separa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;p1"/>
          <p:cNvSpPr txBox="1"/>
          <p:nvPr userDrawn="1">
            <p:custDataLst>
              <p:tags r:id="rId2"/>
            </p:custDataLst>
          </p:nvPr>
        </p:nvSpPr>
        <p:spPr>
          <a:xfrm>
            <a:off x="363600" y="4929505"/>
            <a:ext cx="1297940" cy="9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© 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202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6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Inspire</a:t>
            </a: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 |  Confidential </a:t>
            </a:r>
            <a:endParaRPr lang="en-GB" sz="600" b="0" i="0" u="none" strike="noStrike" cap="none" dirty="0">
              <a:solidFill>
                <a:schemeClr val="accent2"/>
              </a:solidFill>
              <a:latin typeface="MiSans Light" panose="00000400000000000000" charset="-122"/>
              <a:ea typeface="MiSans Light" panose="00000400000000000000" charset="-122"/>
              <a:cs typeface="Inter" panose="02000503000000020004"/>
              <a:sym typeface="Inter" panose="02000503000000020004"/>
            </a:endParaRPr>
          </a:p>
        </p:txBody>
      </p:sp>
      <p:sp>
        <p:nvSpPr>
          <p:cNvPr id="25" name="Google Shape;76;p17"/>
          <p:cNvSpPr txBox="1">
            <a:spLocks noGrp="1"/>
          </p:cNvSpPr>
          <p:nvPr>
            <p:ph type="ctrTitle" idx="4294967295" hasCustomPrompt="1"/>
            <p:custDataLst>
              <p:tags r:id="rId3"/>
            </p:custDataLst>
          </p:nvPr>
        </p:nvSpPr>
        <p:spPr>
          <a:xfrm>
            <a:off x="363855" y="608965"/>
            <a:ext cx="8416925" cy="1962785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>
              <a:defRPr sz="4400" spc="150" baseline="0">
                <a:noFill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4800" dirty="0">
              <a:solidFill>
                <a:schemeClr val="bg2"/>
              </a:solidFill>
              <a:effectLst/>
            </a:endParaRPr>
          </a:p>
        </p:txBody>
      </p:sp>
      <p:pic>
        <p:nvPicPr>
          <p:cNvPr id="2" name="图片 1" descr="辅助图形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068185" y="3018155"/>
            <a:ext cx="1898650" cy="20085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50" y="343535"/>
            <a:ext cx="1410482" cy="439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3232785" y="635"/>
            <a:ext cx="5925185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MiSans Light" panose="00000400000000000000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3"/>
            </p:custDataLst>
          </p:nvPr>
        </p:nvSpPr>
        <p:spPr>
          <a:xfrm flipH="1">
            <a:off x="3156585" y="635"/>
            <a:ext cx="76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MiSans Light" panose="00000400000000000000" charset="-122"/>
            </a:endParaRPr>
          </a:p>
        </p:txBody>
      </p:sp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 flipH="1">
            <a:off x="-635" y="0"/>
            <a:ext cx="3201035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MiSans Light" panose="00000400000000000000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67665" y="347786"/>
            <a:ext cx="2516937" cy="4447929"/>
          </a:xfrm>
        </p:spPr>
        <p:txBody>
          <a:bodyPr lIns="0" tIns="0" rIns="0" bIns="0">
            <a:normAutofit/>
          </a:bodyPr>
          <a:lstStyle>
            <a:lvl1pPr>
              <a:defRPr sz="2400" b="0" i="0" spc="150" baseline="0">
                <a:solidFill>
                  <a:schemeClr val="bg1"/>
                </a:solidFill>
                <a:latin typeface="MiSans" pitchFamily="2" charset="-122"/>
                <a:ea typeface="MiSans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with imag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 flipH="1">
            <a:off x="3156585" y="635"/>
            <a:ext cx="76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MiSans Light" panose="00000400000000000000" charset="-122"/>
            </a:endParaRPr>
          </a:p>
        </p:txBody>
      </p:sp>
      <p:sp>
        <p:nvSpPr>
          <p:cNvPr id="17" name="矩形 16"/>
          <p:cNvSpPr/>
          <p:nvPr userDrawn="1">
            <p:custDataLst>
              <p:tags r:id="rId3"/>
            </p:custDataLst>
          </p:nvPr>
        </p:nvSpPr>
        <p:spPr>
          <a:xfrm flipH="1">
            <a:off x="-635" y="0"/>
            <a:ext cx="3201035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MiSans Light" panose="00000400000000000000" charset="-122"/>
            </a:endParaRPr>
          </a:p>
        </p:txBody>
      </p:sp>
      <p:sp>
        <p:nvSpPr>
          <p:cNvPr id="2" name="标题 4"/>
          <p:cNvSpPr>
            <a:spLocks noGrp="1"/>
          </p:cNvSpPr>
          <p:nvPr>
            <p:ph type="title"/>
          </p:nvPr>
        </p:nvSpPr>
        <p:spPr>
          <a:xfrm>
            <a:off x="367665" y="347786"/>
            <a:ext cx="2516937" cy="4447929"/>
          </a:xfrm>
        </p:spPr>
        <p:txBody>
          <a:bodyPr lIns="0" tIns="0" rIns="0" bIns="0">
            <a:normAutofit/>
          </a:bodyPr>
          <a:lstStyle>
            <a:lvl1pPr>
              <a:defRPr sz="2400" b="0" i="0" spc="150" baseline="0">
                <a:solidFill>
                  <a:schemeClr val="accent1"/>
                </a:solidFill>
                <a:latin typeface="MiSans" pitchFamily="2" charset="-122"/>
                <a:ea typeface="MiSans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separator with image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635" y="3810"/>
            <a:ext cx="9144635" cy="25711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MiSans Light" panose="00000400000000000000" charset="-122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5400000" flipH="1">
            <a:off x="4534535" y="-1988185"/>
            <a:ext cx="76200" cy="9144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MiSans Light" panose="00000400000000000000" charset="-122"/>
            </a:endParaRPr>
          </a:p>
        </p:txBody>
      </p:sp>
      <p:sp>
        <p:nvSpPr>
          <p:cNvPr id="14" name="矩形 13"/>
          <p:cNvSpPr/>
          <p:nvPr userDrawn="1">
            <p:custDataLst>
              <p:tags r:id="rId4"/>
            </p:custDataLst>
          </p:nvPr>
        </p:nvSpPr>
        <p:spPr>
          <a:xfrm flipH="1">
            <a:off x="-635" y="2574925"/>
            <a:ext cx="9144635" cy="256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MiSans Light" panose="00000400000000000000" charset="-122"/>
            </a:endParaRPr>
          </a:p>
        </p:txBody>
      </p:sp>
      <p:sp>
        <p:nvSpPr>
          <p:cNvPr id="6" name="Google Shape;9;p1"/>
          <p:cNvSpPr txBox="1"/>
          <p:nvPr userDrawn="1">
            <p:custDataLst>
              <p:tags r:id="rId5"/>
            </p:custDataLst>
          </p:nvPr>
        </p:nvSpPr>
        <p:spPr>
          <a:xfrm>
            <a:off x="363600" y="4929505"/>
            <a:ext cx="1297940" cy="9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© 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202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6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Inspire</a:t>
            </a: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 |  Confidential </a:t>
            </a:r>
            <a:endParaRPr lang="en-GB" sz="600" b="0" i="0" u="none" strike="noStrike" cap="none" dirty="0">
              <a:solidFill>
                <a:schemeClr val="accent2"/>
              </a:solidFill>
              <a:latin typeface="MiSans Light" panose="00000400000000000000" charset="-122"/>
              <a:ea typeface="MiSans Light" panose="00000400000000000000" charset="-122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" name="图片 1" descr="辅助图形_画板 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068185" y="3018155"/>
            <a:ext cx="1898650" cy="2008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50" y="4292820"/>
            <a:ext cx="1410482" cy="4392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7665" y="2622233"/>
            <a:ext cx="8415655" cy="1625302"/>
          </a:xfrm>
        </p:spPr>
        <p:txBody>
          <a:bodyPr lIns="0" tIns="0" rIns="0" bIns="0"/>
          <a:lstStyle>
            <a:lvl1pPr>
              <a:defRPr spc="150" baseline="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9;p1"/>
          <p:cNvSpPr txBox="1"/>
          <p:nvPr userDrawn="1">
            <p:custDataLst>
              <p:tags r:id="rId2"/>
            </p:custDataLst>
          </p:nvPr>
        </p:nvSpPr>
        <p:spPr>
          <a:xfrm>
            <a:off x="363600" y="4929505"/>
            <a:ext cx="1297940" cy="9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© 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202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6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Inspire</a:t>
            </a: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 |  Confidential </a:t>
            </a:r>
            <a:endParaRPr lang="en-GB" sz="600" b="0" i="0" u="none" strike="noStrike" cap="none" dirty="0">
              <a:solidFill>
                <a:schemeClr val="accent2"/>
              </a:solidFill>
              <a:latin typeface="MiSans Light" panose="00000400000000000000" charset="-122"/>
              <a:ea typeface="MiSans Light" panose="00000400000000000000" charset="-122"/>
              <a:cs typeface="Inter" panose="02000503000000020004"/>
              <a:sym typeface="Inter" panose="020005030000000200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758305" y="4884420"/>
            <a:ext cx="2025015" cy="142240"/>
          </a:xfrm>
          <a:prstGeom prst="rect">
            <a:avLst/>
          </a:prstGeom>
        </p:spPr>
        <p:txBody>
          <a:bodyPr/>
          <a:lstStyle>
            <a:lvl1pPr algn="r">
              <a:defRPr kumimoji="0" lang="en-GB" sz="600" b="0" i="0" u="none" strike="noStrike" kern="1200" cap="none" spc="0" normalizeH="0" baseline="0" noProof="1">
                <a:solidFill>
                  <a:srgbClr val="999999"/>
                </a:solidFill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  <a:sym typeface="Inter" panose="02000503000000020004"/>
              </a:defRPr>
            </a:lvl1pPr>
          </a:lstStyle>
          <a:p>
            <a:pPr>
              <a:buClr>
                <a:srgbClr val="000000"/>
              </a:buClr>
              <a:buSzPts val="700"/>
              <a:buFont typeface="Arial" panose="020B0604020202020204"/>
              <a:buNone/>
            </a:pPr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9;p1"/>
          <p:cNvSpPr txBox="1"/>
          <p:nvPr userDrawn="1">
            <p:custDataLst>
              <p:tags r:id="rId2"/>
            </p:custDataLst>
          </p:nvPr>
        </p:nvSpPr>
        <p:spPr>
          <a:xfrm>
            <a:off x="363600" y="4929505"/>
            <a:ext cx="1297940" cy="9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© 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202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6</a:t>
            </a:r>
            <a:r>
              <a:rPr 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Inspire</a:t>
            </a:r>
            <a:r>
              <a:rPr lang="en-GB" sz="600" b="0" i="0" u="none" strike="noStrike" cap="none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  |  Confidential </a:t>
            </a:r>
            <a:endParaRPr lang="en-GB" sz="600" b="0" i="0" u="none" strike="noStrike" cap="none" dirty="0">
              <a:solidFill>
                <a:schemeClr val="accent2"/>
              </a:solidFill>
              <a:latin typeface="MiSans Light" panose="00000400000000000000" charset="-122"/>
              <a:ea typeface="MiSans Light" panose="00000400000000000000" charset="-122"/>
              <a:cs typeface="Inter" panose="02000503000000020004"/>
              <a:sym typeface="Inter" panose="02000503000000020004"/>
            </a:endParaRPr>
          </a:p>
        </p:txBody>
      </p:sp>
      <p:sp>
        <p:nvSpPr>
          <p:cNvPr id="11" name="Google Shape;76;p17"/>
          <p:cNvSpPr txBox="1">
            <a:spLocks noGrp="1"/>
          </p:cNvSpPr>
          <p:nvPr>
            <p:ph type="ctrTitle" idx="4294967295" hasCustomPrompt="1"/>
            <p:custDataLst>
              <p:tags r:id="rId3"/>
            </p:custDataLst>
          </p:nvPr>
        </p:nvSpPr>
        <p:spPr>
          <a:xfrm>
            <a:off x="363600" y="609168"/>
            <a:ext cx="8416800" cy="3925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>
              <a:defRPr spc="150" baseline="0"/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4800" dirty="0">
              <a:solidFill>
                <a:schemeClr val="bg2"/>
              </a:solidFill>
              <a:effectLst/>
            </a:endParaRPr>
          </a:p>
        </p:txBody>
      </p:sp>
      <p:pic>
        <p:nvPicPr>
          <p:cNvPr id="2" name="图片 1" descr="辅助图形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068185" y="3018155"/>
            <a:ext cx="1898650" cy="2008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50" y="343535"/>
            <a:ext cx="1410482" cy="439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367665" y="360045"/>
            <a:ext cx="8415655" cy="52959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367665" y="1029970"/>
            <a:ext cx="8416925" cy="35699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758305" y="4884420"/>
            <a:ext cx="2025015" cy="142240"/>
          </a:xfrm>
          <a:prstGeom prst="rect">
            <a:avLst/>
          </a:prstGeom>
        </p:spPr>
        <p:txBody>
          <a:bodyPr rIns="0" bIns="46800"/>
          <a:lstStyle>
            <a:lvl1pPr algn="r">
              <a:defRPr kumimoji="0" lang="en-GB" sz="600" b="0" i="0" u="none" strike="noStrike" kern="1200" cap="none" spc="0" normalizeH="0" baseline="0" noProof="1">
                <a:solidFill>
                  <a:schemeClr val="bg2">
                    <a:lumMod val="75000"/>
                  </a:schemeClr>
                </a:solidFill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  <a:sym typeface="Inter" panose="02000503000000020004"/>
              </a:defRPr>
            </a:lvl1pPr>
          </a:lstStyle>
          <a:p>
            <a:pPr>
              <a:buClr>
                <a:srgbClr val="000000"/>
              </a:buClr>
              <a:buSzPts val="700"/>
              <a:buFont typeface="Arial" panose="020B0604020202020204"/>
              <a:buNone/>
            </a:pPr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i="0" u="none" strike="noStrike" kern="1200" cap="none" spc="300" normalizeH="0" baseline="0">
          <a:solidFill>
            <a:schemeClr val="tx1"/>
          </a:solidFill>
          <a:uFillTx/>
          <a:latin typeface="MiSans Semibold" pitchFamily="2" charset="-122"/>
          <a:ea typeface="MiSans Semibold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MiSans"/>
          <a:ea typeface="MiSans Medium" panose="00000600000000000000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770" algn="l"/>
          <a:tab pos="1207770" algn="l"/>
          <a:tab pos="1207770" algn="l"/>
          <a:tab pos="1207770" algn="l"/>
        </a:tabLst>
        <a:defRPr sz="12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MiSans"/>
          <a:ea typeface="MiSans Medium" panose="00000600000000000000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MiSans"/>
          <a:ea typeface="MiSans Medium" panose="00000600000000000000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MiSans"/>
          <a:ea typeface="MiSans Medium" panose="00000600000000000000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MiSans"/>
          <a:ea typeface="MiSans Medium" panose="00000600000000000000" charset="-122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3.png"/><Relationship Id="rId22" Type="http://schemas.openxmlformats.org/officeDocument/2006/relationships/slideLayout" Target="../slideLayouts/slideLayout3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3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/>
        <p:txBody>
          <a:bodyPr/>
          <a:lstStyle/>
          <a:p>
            <a:r>
              <a:rPr lang="en-US" altLang="zh-CN" sz="4400" b="0" spc="150" dirty="0">
                <a:solidFill>
                  <a:schemeClr val="bg2"/>
                </a:solidFill>
                <a:uFillTx/>
              </a:rPr>
              <a:t>请先将此文件“下载”到本地</a:t>
            </a:r>
            <a:br>
              <a:rPr lang="en-US" altLang="zh-CN" sz="4400" b="0" spc="150" dirty="0">
                <a:solidFill>
                  <a:schemeClr val="bg2"/>
                </a:solidFill>
                <a:uFillTx/>
              </a:rPr>
            </a:br>
            <a:r>
              <a:rPr lang="en-US" altLang="zh-CN" sz="4400" b="0" spc="150" dirty="0">
                <a:solidFill>
                  <a:schemeClr val="bg2"/>
                </a:solidFill>
                <a:uFillTx/>
              </a:rPr>
              <a:t>再进行编辑使用</a:t>
            </a:r>
            <a:endParaRPr lang="en-US" altLang="zh-CN" sz="4400" b="0" spc="150" dirty="0">
              <a:solidFill>
                <a:schemeClr val="bg2"/>
              </a:solidFill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/>
        <p:txBody>
          <a:bodyPr/>
          <a:lstStyle/>
          <a:p>
            <a:r>
              <a:rPr lang="en-US" altLang="zh-CN" sz="4400" b="0" spc="150" dirty="0">
                <a:solidFill>
                  <a:schemeClr val="bg2"/>
                </a:solidFill>
                <a:uFillTx/>
              </a:rPr>
              <a:t>Inspire PPT Template </a:t>
            </a:r>
            <a:br>
              <a:rPr lang="en-US" altLang="zh-CN" sz="4400" b="0" spc="150" dirty="0">
                <a:solidFill>
                  <a:schemeClr val="bg2"/>
                </a:solidFill>
                <a:uFillTx/>
              </a:rPr>
            </a:br>
            <a:r>
              <a:rPr lang="en-US" altLang="zh-CN" sz="4400" b="0" spc="150" dirty="0">
                <a:solidFill>
                  <a:schemeClr val="bg2"/>
                </a:solidFill>
                <a:uFillTx/>
              </a:rPr>
              <a:t>Cover</a:t>
            </a:r>
            <a:endParaRPr lang="en-US" altLang="zh-CN" sz="4400" b="0" spc="150" dirty="0">
              <a:solidFill>
                <a:schemeClr val="bg2"/>
              </a:solidFill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pc="150" dirty="0"/>
              <a:t>Typography </a:t>
            </a:r>
            <a:r>
              <a:rPr lang="zh-CN" altLang="en-US" spc="150" dirty="0"/>
              <a:t>字体使用</a:t>
            </a:r>
            <a:endParaRPr lang="zh-CN" altLang="en-US" spc="150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spc="100" dirty="0">
                <a:solidFill>
                  <a:schemeClr val="accent1"/>
                </a:solidFill>
                <a:uFillTx/>
                <a:latin typeface="MiSans Semibold" pitchFamily="2" charset="-122"/>
                <a:ea typeface="MiSans Semibold" pitchFamily="2" charset="-122"/>
              </a:rPr>
              <a:t>Use </a:t>
            </a:r>
            <a:r>
              <a:rPr lang="en-US" altLang="zh-CN" sz="1400" b="1" spc="100" dirty="0" err="1">
                <a:solidFill>
                  <a:schemeClr val="accent1"/>
                </a:solidFill>
                <a:uFillTx/>
                <a:latin typeface="MiSans Semibold" pitchFamily="2" charset="-122"/>
                <a:ea typeface="MiSans Semibold" pitchFamily="2" charset="-122"/>
              </a:rPr>
              <a:t>MiSans</a:t>
            </a:r>
            <a:r>
              <a:rPr lang="en-US" altLang="zh-CN" sz="1400" b="1" spc="100" dirty="0">
                <a:solidFill>
                  <a:schemeClr val="accent1"/>
                </a:solidFill>
                <a:uFillTx/>
                <a:latin typeface="MiSans Semibold" pitchFamily="2" charset="-122"/>
                <a:ea typeface="MiSans Semibold" pitchFamily="2" charset="-122"/>
              </a:rPr>
              <a:t> </a:t>
            </a:r>
            <a:r>
              <a:rPr lang="en-US" altLang="zh-CN" sz="1400" b="1" spc="100" dirty="0" err="1">
                <a:solidFill>
                  <a:schemeClr val="accent1"/>
                </a:solidFill>
                <a:uFillTx/>
                <a:latin typeface="MiSans Semibold" pitchFamily="2" charset="-122"/>
                <a:ea typeface="MiSans Semibold" pitchFamily="2" charset="-122"/>
              </a:rPr>
              <a:t>SemiBold</a:t>
            </a:r>
            <a:r>
              <a:rPr lang="en-US" altLang="zh-CN" sz="1400" b="1" spc="100" dirty="0">
                <a:solidFill>
                  <a:schemeClr val="accent1"/>
                </a:solidFill>
                <a:uFillTx/>
                <a:latin typeface="MiSans Semibold" pitchFamily="2" charset="-122"/>
                <a:ea typeface="MiSans Semibold" pitchFamily="2" charset="-122"/>
              </a:rPr>
              <a:t> or Medium for headlines</a:t>
            </a:r>
            <a:br>
              <a:rPr lang="en-US" altLang="zh-CN" sz="1400" b="1" spc="100" dirty="0">
                <a:solidFill>
                  <a:schemeClr val="accent1"/>
                </a:solidFill>
                <a:uFillTx/>
                <a:latin typeface="MiSans Semibold" pitchFamily="2" charset="-122"/>
                <a:ea typeface="MiSans Semibold" pitchFamily="2" charset="-122"/>
              </a:rPr>
            </a:br>
            <a:r>
              <a:rPr lang="en-US" altLang="zh-CN" sz="1400" b="1" spc="100" dirty="0" err="1">
                <a:solidFill>
                  <a:schemeClr val="accent2"/>
                </a:solidFill>
                <a:uFillTx/>
                <a:latin typeface="MiSans Semibold" pitchFamily="2" charset="-122"/>
                <a:ea typeface="MiSans Semibold" pitchFamily="2" charset="-122"/>
              </a:rPr>
              <a:t>标题使用</a:t>
            </a:r>
            <a:r>
              <a:rPr lang="en-US" altLang="zh-CN" sz="1400" b="1" spc="100" dirty="0">
                <a:solidFill>
                  <a:schemeClr val="accent2"/>
                </a:solidFill>
                <a:uFillTx/>
                <a:latin typeface="MiSans Semibold" pitchFamily="2" charset="-122"/>
                <a:ea typeface="MiSans Semibold" pitchFamily="2" charset="-122"/>
              </a:rPr>
              <a:t> </a:t>
            </a:r>
            <a:r>
              <a:rPr lang="en-US" altLang="zh-CN" sz="1400" b="1" spc="100" dirty="0" err="1">
                <a:solidFill>
                  <a:schemeClr val="accent2"/>
                </a:solidFill>
                <a:uFillTx/>
                <a:latin typeface="MiSans Semibold" pitchFamily="2" charset="-122"/>
                <a:ea typeface="MiSans Semibold" pitchFamily="2" charset="-122"/>
              </a:rPr>
              <a:t>MiSans</a:t>
            </a:r>
            <a:r>
              <a:rPr lang="en-US" altLang="zh-CN" sz="1400" b="1" spc="100" dirty="0">
                <a:solidFill>
                  <a:schemeClr val="accent2"/>
                </a:solidFill>
                <a:uFillTx/>
                <a:latin typeface="MiSans Semibold" pitchFamily="2" charset="-122"/>
                <a:ea typeface="MiSans Semibold" pitchFamily="2" charset="-122"/>
              </a:rPr>
              <a:t> </a:t>
            </a:r>
            <a:r>
              <a:rPr lang="en-US" altLang="zh-CN" sz="1400" b="1" spc="100" dirty="0" err="1">
                <a:solidFill>
                  <a:schemeClr val="accent2"/>
                </a:solidFill>
                <a:latin typeface="MiSans Semibold" charset="0"/>
                <a:ea typeface="MiSans Semibold" charset="0"/>
                <a:cs typeface="MiSans Semibold" charset="0"/>
              </a:rPr>
              <a:t>S</a:t>
            </a:r>
            <a:r>
              <a:rPr lang="en-US" altLang="zh-CN" sz="1400" b="1" spc="100" dirty="0" err="1">
                <a:solidFill>
                  <a:schemeClr val="accent2"/>
                </a:solidFill>
                <a:uFillTx/>
                <a:latin typeface="MiSans Semibold" charset="0"/>
                <a:ea typeface="MiSans Semibold" charset="0"/>
                <a:cs typeface="MiSans Semibold" charset="0"/>
              </a:rPr>
              <a:t>emiBold</a:t>
            </a:r>
            <a:r>
              <a:rPr lang="en-US" altLang="zh-CN" sz="1400" b="1" spc="100" dirty="0">
                <a:solidFill>
                  <a:schemeClr val="accent2"/>
                </a:solidFill>
                <a:uFillTx/>
                <a:latin typeface="MiSans Semibold" pitchFamily="2" charset="-122"/>
                <a:ea typeface="MiSans Semibold" pitchFamily="2" charset="-122"/>
              </a:rPr>
              <a:t> </a:t>
            </a:r>
            <a:r>
              <a:rPr lang="en-US" altLang="zh-CN" sz="1400" b="1" spc="100" dirty="0" err="1">
                <a:solidFill>
                  <a:schemeClr val="accent2"/>
                </a:solidFill>
                <a:uFillTx/>
                <a:latin typeface="MiSans Semibold" pitchFamily="2" charset="-122"/>
                <a:ea typeface="MiSans Semibold" pitchFamily="2" charset="-122"/>
              </a:rPr>
              <a:t>或</a:t>
            </a:r>
            <a:r>
              <a:rPr lang="en-US" altLang="zh-CN" sz="1400" b="1" spc="100" dirty="0">
                <a:solidFill>
                  <a:schemeClr val="accent2"/>
                </a:solidFill>
                <a:uFillTx/>
                <a:latin typeface="MiSans Semibold" pitchFamily="2" charset="-122"/>
                <a:ea typeface="MiSans Semibold" pitchFamily="2" charset="-122"/>
              </a:rPr>
              <a:t> Medium</a:t>
            </a:r>
            <a:endParaRPr lang="en-US" altLang="zh-CN" sz="1400" b="1" spc="100" dirty="0">
              <a:solidFill>
                <a:schemeClr val="accent2"/>
              </a:solidFill>
              <a:uFillTx/>
              <a:latin typeface="MiSans Semibold" pitchFamily="2" charset="-122"/>
              <a:ea typeface="MiSans Semibold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spc="100" dirty="0">
                <a:solidFill>
                  <a:schemeClr val="accent1"/>
                </a:solidFill>
                <a:latin typeface="MiSans Medium" panose="00000600000000000000" charset="-122"/>
                <a:ea typeface="MiSans Medium" panose="00000600000000000000" charset="-122"/>
                <a:sym typeface="Inter SemiBold" panose="02000503000000020004"/>
              </a:rPr>
              <a:t>Use </a:t>
            </a:r>
            <a:r>
              <a:rPr lang="en-US" altLang="zh-CN" sz="1400" spc="100" dirty="0" err="1">
                <a:solidFill>
                  <a:schemeClr val="accent1"/>
                </a:solidFill>
                <a:latin typeface="MiSans Medium" panose="00000600000000000000" charset="-122"/>
                <a:ea typeface="MiSans Medium" panose="00000600000000000000" charset="-122"/>
                <a:sym typeface="+mn-ea"/>
              </a:rPr>
              <a:t>MiSans</a:t>
            </a:r>
            <a:r>
              <a:rPr lang="en-US" altLang="zh-CN" sz="1400" spc="100" dirty="0">
                <a:solidFill>
                  <a:schemeClr val="accent1"/>
                </a:solidFill>
                <a:latin typeface="MiSans Medium" panose="00000600000000000000" charset="-122"/>
                <a:ea typeface="MiSans Medium" panose="00000600000000000000" charset="-122"/>
                <a:sym typeface="+mn-ea"/>
              </a:rPr>
              <a:t> Medium or Light</a:t>
            </a:r>
            <a:r>
              <a:rPr lang="en-US" altLang="zh-CN" sz="1400" spc="100" dirty="0">
                <a:solidFill>
                  <a:schemeClr val="accent1"/>
                </a:solidFill>
                <a:latin typeface="MiSans Medium" panose="00000600000000000000" charset="-122"/>
                <a:ea typeface="MiSans Medium" panose="00000600000000000000" charset="-122"/>
                <a:sym typeface="Inter SemiBold" panose="02000503000000020004"/>
              </a:rPr>
              <a:t> for subtitles</a:t>
            </a:r>
            <a:br>
              <a:rPr lang="en-US" altLang="zh-CN" sz="1400" spc="100" dirty="0">
                <a:solidFill>
                  <a:schemeClr val="accent1"/>
                </a:solidFill>
                <a:latin typeface="MiSans Medium" panose="00000600000000000000" charset="-122"/>
                <a:ea typeface="MiSans Medium" panose="00000600000000000000" charset="-122"/>
                <a:sym typeface="Inter SemiBold" panose="02000503000000020004"/>
              </a:rPr>
            </a:br>
            <a:r>
              <a:rPr lang="zh-CN" altLang="en-US" sz="1400" spc="100" dirty="0">
                <a:solidFill>
                  <a:schemeClr val="accent2"/>
                </a:solidFill>
                <a:latin typeface="MiSans Medium" panose="00000600000000000000" charset="-122"/>
                <a:ea typeface="MiSans Medium" panose="00000600000000000000" charset="-122"/>
                <a:sym typeface="+mn-ea"/>
              </a:rPr>
              <a:t>子</a:t>
            </a:r>
            <a:r>
              <a:rPr lang="en-US" altLang="zh-CN" sz="1400" spc="100" dirty="0" err="1">
                <a:solidFill>
                  <a:schemeClr val="accent2"/>
                </a:solidFill>
                <a:latin typeface="MiSans Medium" panose="00000600000000000000" charset="-122"/>
                <a:ea typeface="MiSans Medium" panose="00000600000000000000" charset="-122"/>
                <a:sym typeface="+mn-ea"/>
              </a:rPr>
              <a:t>题使用</a:t>
            </a:r>
            <a:r>
              <a:rPr lang="en-US" altLang="zh-CN" sz="1400" spc="100" dirty="0">
                <a:solidFill>
                  <a:schemeClr val="accent2"/>
                </a:solidFill>
                <a:latin typeface="MiSans Medium" panose="00000600000000000000" charset="-122"/>
                <a:ea typeface="MiSans Medium" panose="00000600000000000000" charset="-122"/>
                <a:sym typeface="+mn-ea"/>
              </a:rPr>
              <a:t> </a:t>
            </a:r>
            <a:r>
              <a:rPr lang="en-US" altLang="zh-CN" sz="1400" spc="100" dirty="0" err="1">
                <a:solidFill>
                  <a:schemeClr val="accent2"/>
                </a:solidFill>
                <a:latin typeface="MiSans Medium" panose="00000600000000000000" charset="-122"/>
                <a:ea typeface="MiSans Medium" panose="00000600000000000000" charset="-122"/>
                <a:sym typeface="+mn-ea"/>
              </a:rPr>
              <a:t>MiSans</a:t>
            </a:r>
            <a:r>
              <a:rPr lang="en-US" altLang="zh-CN" sz="1400" spc="100" dirty="0">
                <a:solidFill>
                  <a:schemeClr val="accent2"/>
                </a:solidFill>
                <a:latin typeface="MiSans Medium" panose="00000600000000000000" charset="-122"/>
                <a:ea typeface="MiSans Medium" panose="00000600000000000000" charset="-122"/>
                <a:sym typeface="+mn-ea"/>
              </a:rPr>
              <a:t> Medium </a:t>
            </a:r>
            <a:r>
              <a:rPr lang="en-US" altLang="zh-CN" sz="1400" spc="100" dirty="0" err="1">
                <a:solidFill>
                  <a:schemeClr val="accent2"/>
                </a:solidFill>
                <a:latin typeface="MiSans Medium" panose="00000600000000000000" charset="-122"/>
                <a:ea typeface="MiSans Medium" panose="00000600000000000000" charset="-122"/>
                <a:sym typeface="+mn-ea"/>
              </a:rPr>
              <a:t>或</a:t>
            </a:r>
            <a:r>
              <a:rPr lang="en-US" altLang="zh-CN" sz="1400" spc="100" dirty="0">
                <a:solidFill>
                  <a:schemeClr val="accent2"/>
                </a:solidFill>
                <a:latin typeface="MiSans Medium" panose="00000600000000000000" charset="-122"/>
                <a:ea typeface="MiSans Medium" panose="00000600000000000000" charset="-122"/>
                <a:sym typeface="+mn-ea"/>
              </a:rPr>
              <a:t> Light</a:t>
            </a:r>
            <a:endParaRPr lang="en-US" altLang="zh-CN" sz="1400" spc="100" dirty="0">
              <a:solidFill>
                <a:schemeClr val="accent1"/>
              </a:solidFill>
              <a:latin typeface="MiSans Medium" panose="00000600000000000000" charset="-122"/>
              <a:ea typeface="MiSans Medium" panose="00000600000000000000" charset="-122"/>
              <a:sym typeface="Inter SemiBold" panose="0200050300000002000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spc="100" dirty="0">
                <a:solidFill>
                  <a:schemeClr val="accent1"/>
                </a:solidFill>
                <a:sym typeface="+mn-ea"/>
              </a:rPr>
              <a:t>Use </a:t>
            </a:r>
            <a:r>
              <a:rPr lang="en-US" altLang="zh-CN" sz="1400" spc="100" dirty="0" err="1">
                <a:solidFill>
                  <a:schemeClr val="accent1"/>
                </a:solidFill>
                <a:sym typeface="+mn-ea"/>
              </a:rPr>
              <a:t>MiSans</a:t>
            </a:r>
            <a:r>
              <a:rPr lang="en-US" altLang="zh-CN" sz="1400" spc="100" dirty="0">
                <a:solidFill>
                  <a:schemeClr val="accent1"/>
                </a:solidFill>
                <a:sym typeface="+mn-ea"/>
              </a:rPr>
              <a:t> Regular or Light for body copy</a:t>
            </a:r>
            <a:br>
              <a:rPr lang="en-US" altLang="zh-CN" sz="1400" spc="100" dirty="0">
                <a:solidFill>
                  <a:schemeClr val="accent1"/>
                </a:solidFill>
                <a:sym typeface="+mn-ea"/>
              </a:rPr>
            </a:br>
            <a:r>
              <a:rPr lang="zh-CN" altLang="en-US" sz="1400" spc="100" dirty="0">
                <a:solidFill>
                  <a:schemeClr val="accent2"/>
                </a:solidFill>
                <a:sym typeface="+mn-ea"/>
              </a:rPr>
              <a:t>内文</a:t>
            </a:r>
            <a:r>
              <a:rPr lang="en-US" altLang="zh-CN" sz="1400" spc="100" dirty="0" err="1">
                <a:solidFill>
                  <a:schemeClr val="accent2"/>
                </a:solidFill>
                <a:sym typeface="+mn-ea"/>
              </a:rPr>
              <a:t>使用</a:t>
            </a:r>
            <a:r>
              <a:rPr lang="en-US" altLang="zh-CN" sz="1400" spc="100" dirty="0">
                <a:solidFill>
                  <a:schemeClr val="accent2"/>
                </a:solidFill>
                <a:sym typeface="+mn-ea"/>
              </a:rPr>
              <a:t> </a:t>
            </a:r>
            <a:r>
              <a:rPr lang="en-US" altLang="zh-CN" sz="1400" spc="100" dirty="0" err="1">
                <a:solidFill>
                  <a:schemeClr val="accent2"/>
                </a:solidFill>
                <a:sym typeface="+mn-ea"/>
              </a:rPr>
              <a:t>MiSans</a:t>
            </a:r>
            <a:r>
              <a:rPr lang="en-US" altLang="zh-CN" sz="1400" spc="100" dirty="0">
                <a:solidFill>
                  <a:schemeClr val="accent2"/>
                </a:solidFill>
                <a:sym typeface="+mn-ea"/>
              </a:rPr>
              <a:t> Regular </a:t>
            </a:r>
            <a:r>
              <a:rPr lang="en-US" altLang="zh-CN" sz="1400" spc="100" dirty="0" err="1">
                <a:solidFill>
                  <a:schemeClr val="accent2"/>
                </a:solidFill>
                <a:sym typeface="+mn-ea"/>
              </a:rPr>
              <a:t>或</a:t>
            </a:r>
            <a:r>
              <a:rPr lang="en-US" altLang="zh-CN" sz="1400" spc="100" dirty="0">
                <a:solidFill>
                  <a:schemeClr val="accent2"/>
                </a:solidFill>
                <a:sym typeface="+mn-ea"/>
              </a:rPr>
              <a:t> Light</a:t>
            </a:r>
            <a:endParaRPr lang="en-US" altLang="zh-CN" sz="1400" spc="100" dirty="0">
              <a:solidFill>
                <a:schemeClr val="accent1"/>
              </a:solidFill>
              <a:uFillTx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67665" y="1022350"/>
            <a:ext cx="2466340" cy="3967200"/>
          </a:xfrm>
          <a:prstGeom prst="rect">
            <a:avLst/>
          </a:prstGeom>
        </p:spPr>
        <p:txBody>
          <a:bodyPr vert="horz" lIns="0" tIns="0" rIns="0" bIns="0" rtlCol="0">
            <a:normAutofit fontScale="875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Medium" panose="00000600000000000000" charset="-122"/>
                <a:ea typeface="MiSans Medium" panose="00000600000000000000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207770" algn="l"/>
                <a:tab pos="1207770" algn="l"/>
                <a:tab pos="1207770" algn="l"/>
                <a:tab pos="1207770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Medium" panose="00000600000000000000" charset="-122"/>
                <a:ea typeface="MiSans Medium" panose="00000600000000000000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Medium" panose="00000600000000000000" charset="-122"/>
                <a:ea typeface="MiSans Medium" panose="00000600000000000000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Medium" panose="00000600000000000000" charset="-122"/>
                <a:ea typeface="MiSans Medium" panose="00000600000000000000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Medium" panose="00000600000000000000" charset="-122"/>
                <a:ea typeface="MiSans Medium" panose="00000600000000000000" charset="-122"/>
                <a:cs typeface="+mn-cs"/>
              </a:defRPr>
            </a:lvl5pPr>
            <a:lvl6pPr marL="1886585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85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385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285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en-US" altLang="zh-CN" sz="1335" spc="100" dirty="0" err="1">
                <a:solidFill>
                  <a:schemeClr val="accent2"/>
                </a:solidFill>
                <a:uFillTx/>
                <a:cs typeface="MiSans Light" panose="00000400000000000000" charset="-122"/>
              </a:rPr>
              <a:t>品牌主色</a:t>
            </a:r>
            <a:endParaRPr lang="en-US" altLang="zh-CN" sz="1335" spc="100" dirty="0">
              <a:solidFill>
                <a:schemeClr val="accent2"/>
              </a:solidFill>
              <a:uFillTx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色彩精准是我们整体色彩运用的核心方法。在设计时，请注意我们使用色彩的方式，我们通过色彩的调和来实现整体的平衡感</a:t>
            </a: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。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这里展示的是我们的主色调色板，融合了成熟冷灰色，与深蓝色搭配，并搭配亮蓝色</a:t>
            </a: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。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Starry Blues </a:t>
            </a: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星空蓝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作为智慧、思考和品质的国际公认色，我们的星空蓝色可以在各类传播中自如使用</a:t>
            </a: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。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Creative Blue </a:t>
            </a: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创想蓝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创想蓝是我们的强调色。应谨慎且有目的地使用。例如，用于突出信息、带来惊喜和愉悦，或作为物料实体制作，如手提袋提绳。使用时，比例应控制在 5-10% </a:t>
            </a: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左右</a:t>
            </a: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。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Tech Gray </a:t>
            </a: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科技灰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我们的灰色调色板用于营造柔和和平静的效果。使用较深的灰色作为文本颜色，而不是黑色，以创造更温暖的氛围</a:t>
            </a: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。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请不要使用中灰或者浅灰作为文字颜色</a:t>
            </a: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。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335" spc="100" dirty="0" err="1">
                <a:solidFill>
                  <a:schemeClr val="accent2"/>
                </a:solidFill>
                <a:uFillTx/>
                <a:cs typeface="MiSans Light" panose="00000400000000000000" charset="-122"/>
              </a:rPr>
              <a:t>辅助色系列及色阶</a:t>
            </a:r>
            <a:endParaRPr lang="en-US" altLang="zh-CN" sz="1335" spc="100" dirty="0">
              <a:solidFill>
                <a:schemeClr val="accent2"/>
              </a:solidFill>
              <a:uFillTx/>
              <a:cs typeface="MiSans Light" panose="00000400000000000000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800" spc="100" dirty="0" err="1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为了准确传达品牌的核心理念，品牌色应用以主色为主，辅助色主要辅助信息内容的区别及内容凸显色等作用</a:t>
            </a:r>
            <a:r>
              <a:rPr lang="en-US" altLang="zh-CN" sz="800" spc="100" dirty="0">
                <a:solidFill>
                  <a:schemeClr val="accent1"/>
                </a:solidFill>
                <a:uFillTx/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。</a:t>
            </a:r>
            <a:endParaRPr lang="en-US" altLang="zh-CN" sz="800" spc="100" dirty="0">
              <a:solidFill>
                <a:schemeClr val="accent1"/>
              </a:solidFill>
              <a:uFillTx/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584065" y="446405"/>
            <a:ext cx="3804920" cy="1028065"/>
            <a:chOff x="6593" y="703"/>
            <a:chExt cx="6618" cy="1788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6593" y="703"/>
              <a:ext cx="2118" cy="178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"/>
            <a:srcRect t="34246" b="44749"/>
            <a:stretch>
              <a:fillRect/>
            </a:stretch>
          </p:blipFill>
          <p:spPr>
            <a:xfrm>
              <a:off x="8663" y="1310"/>
              <a:ext cx="4548" cy="80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组合 19"/>
          <p:cNvGrpSpPr/>
          <p:nvPr/>
        </p:nvGrpSpPr>
        <p:grpSpPr>
          <a:xfrm>
            <a:off x="3150235" y="1785620"/>
            <a:ext cx="5557520" cy="2721610"/>
            <a:chOff x="3917" y="2812"/>
            <a:chExt cx="10154" cy="4972"/>
          </a:xfrm>
        </p:grpSpPr>
        <p:sp>
          <p:nvSpPr>
            <p:cNvPr id="119" name="Google Shape;119;p20"/>
            <p:cNvSpPr/>
            <p:nvPr>
              <p:custDataLst>
                <p:tags r:id="rId5"/>
              </p:custDataLst>
            </p:nvPr>
          </p:nvSpPr>
          <p:spPr>
            <a:xfrm>
              <a:off x="3917" y="2812"/>
              <a:ext cx="2331" cy="1817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" name="Google Shape;119;p20"/>
            <p:cNvSpPr/>
            <p:nvPr>
              <p:custDataLst>
                <p:tags r:id="rId6"/>
              </p:custDataLst>
            </p:nvPr>
          </p:nvSpPr>
          <p:spPr>
            <a:xfrm>
              <a:off x="6543" y="2812"/>
              <a:ext cx="2331" cy="181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" name="Google Shape;119;p20"/>
            <p:cNvSpPr/>
            <p:nvPr>
              <p:custDataLst>
                <p:tags r:id="rId7"/>
              </p:custDataLst>
            </p:nvPr>
          </p:nvSpPr>
          <p:spPr>
            <a:xfrm>
              <a:off x="9169" y="2812"/>
              <a:ext cx="2331" cy="1817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119;p20"/>
            <p:cNvSpPr/>
            <p:nvPr>
              <p:custDataLst>
                <p:tags r:id="rId8"/>
              </p:custDataLst>
            </p:nvPr>
          </p:nvSpPr>
          <p:spPr>
            <a:xfrm>
              <a:off x="11740" y="2812"/>
              <a:ext cx="2331" cy="1817"/>
            </a:xfrm>
            <a:prstGeom prst="rect">
              <a:avLst/>
            </a:prstGeom>
            <a:solidFill>
              <a:schemeClr val="bg2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128;p20"/>
            <p:cNvSpPr txBox="1"/>
            <p:nvPr>
              <p:custDataLst>
                <p:tags r:id="rId9"/>
              </p:custDataLst>
            </p:nvPr>
          </p:nvSpPr>
          <p:spPr>
            <a:xfrm>
              <a:off x="3917" y="4751"/>
              <a:ext cx="2330" cy="3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 </a:t>
              </a:r>
              <a:r>
                <a:rPr lang="en-US" alt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W</a:t>
              </a:r>
              <a:r>
                <a:rPr 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hite</a:t>
              </a:r>
              <a:r>
                <a:rPr lang="en-US" alt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 </a:t>
              </a:r>
              <a:r>
                <a:rPr lang="zh-CN" alt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白</a:t>
              </a:r>
              <a:endParaRPr lang="zh-CN" altLang="en-GB"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7" name="Google Shape;128;p20"/>
            <p:cNvSpPr txBox="1"/>
            <p:nvPr>
              <p:custDataLst>
                <p:tags r:id="rId10"/>
              </p:custDataLst>
            </p:nvPr>
          </p:nvSpPr>
          <p:spPr>
            <a:xfrm>
              <a:off x="6544" y="4751"/>
              <a:ext cx="2330" cy="3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Starry Blues 星空蓝</a:t>
              </a:r>
              <a:endParaRPr lang="en-GB"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8" name="Google Shape;128;p20"/>
            <p:cNvSpPr txBox="1"/>
            <p:nvPr>
              <p:custDataLst>
                <p:tags r:id="rId11"/>
              </p:custDataLst>
            </p:nvPr>
          </p:nvSpPr>
          <p:spPr>
            <a:xfrm>
              <a:off x="9171" y="4751"/>
              <a:ext cx="2330" cy="3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Creative Blue 创想蓝</a:t>
              </a:r>
              <a:endParaRPr lang="en-GB"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9" name="Google Shape;128;p20"/>
            <p:cNvSpPr txBox="1"/>
            <p:nvPr>
              <p:custDataLst>
                <p:tags r:id="rId12"/>
              </p:custDataLst>
            </p:nvPr>
          </p:nvSpPr>
          <p:spPr>
            <a:xfrm>
              <a:off x="11741" y="4751"/>
              <a:ext cx="2330" cy="3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Tech Gray 科技灰</a:t>
              </a:r>
              <a:endParaRPr lang="en-GB"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12" name="Google Shape;119;p20"/>
            <p:cNvSpPr/>
            <p:nvPr>
              <p:custDataLst>
                <p:tags r:id="rId13"/>
              </p:custDataLst>
            </p:nvPr>
          </p:nvSpPr>
          <p:spPr>
            <a:xfrm>
              <a:off x="3917" y="5317"/>
              <a:ext cx="2331" cy="1817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19;p20"/>
            <p:cNvSpPr/>
            <p:nvPr>
              <p:custDataLst>
                <p:tags r:id="rId14"/>
              </p:custDataLst>
            </p:nvPr>
          </p:nvSpPr>
          <p:spPr>
            <a:xfrm>
              <a:off x="6543" y="5317"/>
              <a:ext cx="2331" cy="1817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19;p20"/>
            <p:cNvSpPr/>
            <p:nvPr>
              <p:custDataLst>
                <p:tags r:id="rId15"/>
              </p:custDataLst>
            </p:nvPr>
          </p:nvSpPr>
          <p:spPr>
            <a:xfrm>
              <a:off x="9169" y="5317"/>
              <a:ext cx="2331" cy="1817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19;p20"/>
            <p:cNvSpPr/>
            <p:nvPr>
              <p:custDataLst>
                <p:tags r:id="rId16"/>
              </p:custDataLst>
            </p:nvPr>
          </p:nvSpPr>
          <p:spPr>
            <a:xfrm>
              <a:off x="11740" y="5317"/>
              <a:ext cx="2331" cy="1817"/>
            </a:xfrm>
            <a:prstGeom prst="rect">
              <a:avLst/>
            </a:prstGeom>
            <a:solidFill>
              <a:schemeClr val="accent6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28;p20"/>
            <p:cNvSpPr txBox="1"/>
            <p:nvPr>
              <p:custDataLst>
                <p:tags r:id="rId17"/>
              </p:custDataLst>
            </p:nvPr>
          </p:nvSpPr>
          <p:spPr>
            <a:xfrm>
              <a:off x="3917" y="7276"/>
              <a:ext cx="2330" cy="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Amethys 紫水晶</a:t>
              </a:r>
              <a:endParaRPr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17" name="Google Shape;128;p20"/>
            <p:cNvSpPr txBox="1"/>
            <p:nvPr>
              <p:custDataLst>
                <p:tags r:id="rId18"/>
              </p:custDataLst>
            </p:nvPr>
          </p:nvSpPr>
          <p:spPr>
            <a:xfrm>
              <a:off x="6544" y="7134"/>
              <a:ext cx="2330" cy="3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Myrtle Deep Green </a:t>
              </a:r>
              <a:endParaRPr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冬青绿</a:t>
              </a:r>
              <a:endParaRPr lang="en-GB"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18" name="Google Shape;128;p20"/>
            <p:cNvSpPr txBox="1"/>
            <p:nvPr>
              <p:custDataLst>
                <p:tags r:id="rId19"/>
              </p:custDataLst>
            </p:nvPr>
          </p:nvSpPr>
          <p:spPr>
            <a:xfrm>
              <a:off x="9171" y="7134"/>
              <a:ext cx="2330" cy="3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Cerulean Frost </a:t>
              </a:r>
              <a:endParaRPr lang="en-GB"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蔚蓝霜色</a:t>
              </a:r>
              <a:endParaRPr lang="en-GB"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19" name="Google Shape;128;p20"/>
            <p:cNvSpPr txBox="1"/>
            <p:nvPr>
              <p:custDataLst>
                <p:tags r:id="rId20"/>
              </p:custDataLst>
            </p:nvPr>
          </p:nvSpPr>
          <p:spPr>
            <a:xfrm>
              <a:off x="11741" y="7256"/>
              <a:ext cx="2330" cy="3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275"/>
                <a:buNone/>
              </a:pPr>
              <a:r>
                <a:rPr lang="en-GB" sz="800" b="1">
                  <a:latin typeface="MiSans Medium" panose="00000600000000000000" charset="-122"/>
                  <a:ea typeface="MiSans Medium" panose="00000600000000000000" charset="-122"/>
                  <a:cs typeface="Inter" panose="02000503000000020004"/>
                  <a:sym typeface="Inter" panose="02000503000000020004"/>
                </a:rPr>
                <a:t>Sakura Pink  樱花粉</a:t>
              </a:r>
              <a:endParaRPr lang="en-GB" sz="800" b="1"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endParaRPr>
            </a:p>
          </p:txBody>
        </p:sp>
      </p:grpSp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dirty="0" err="1"/>
              <a:t>Colour</a:t>
            </a:r>
            <a:r>
              <a:rPr lang="en-GB" altLang="zh-CN" dirty="0"/>
              <a:t> </a:t>
            </a:r>
            <a:r>
              <a:rPr lang="zh-CN" altLang="en-US" dirty="0"/>
              <a:t>色彩使用</a:t>
            </a:r>
            <a:endParaRPr lang="zh-CN" altLang="en-US" dirty="0"/>
          </a:p>
        </p:txBody>
      </p:sp>
    </p:spTree>
    <p:custDataLst>
      <p:tags r:id="rId2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758305" y="4884420"/>
            <a:ext cx="2025015" cy="14224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67665" y="360045"/>
            <a:ext cx="8415655" cy="529590"/>
          </a:xfrm>
        </p:spPr>
        <p:txBody>
          <a:bodyPr>
            <a:normAutofit/>
          </a:bodyPr>
          <a:lstStyle/>
          <a:p>
            <a:r>
              <a:rPr lang="en-US" altLang="zh-CN" dirty="0"/>
              <a:t>CONTENTS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67665" y="1029970"/>
            <a:ext cx="8416925" cy="35699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MiSans Medium" panose="00000600000000000000" charset="-122"/>
                <a:ea typeface="MiSans Medium" panose="00000600000000000000" charset="-122"/>
              </a:rPr>
              <a:t>About Inspire</a:t>
            </a:r>
            <a:endParaRPr lang="en-US" altLang="zh-CN" dirty="0">
              <a:latin typeface="MiSans Medium" panose="00000600000000000000" charset="-122"/>
              <a:ea typeface="MiSans Medium" panose="000006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 altLang="zh-CN" sz="4000" spc="150" dirty="0">
                <a:solidFill>
                  <a:schemeClr val="bg1"/>
                </a:solidFill>
                <a:uFillTx/>
              </a:rPr>
              <a:t>Slide </a:t>
            </a:r>
            <a:r>
              <a:rPr lang="en-US" altLang="zh-CN" sz="4000" spc="150" dirty="0" err="1">
                <a:solidFill>
                  <a:schemeClr val="bg1"/>
                </a:solidFill>
                <a:uFillTx/>
              </a:rPr>
              <a:t>Separater</a:t>
            </a:r>
            <a:endParaRPr lang="en-US" altLang="zh-CN" sz="4000" spc="150" dirty="0">
              <a:solidFill>
                <a:schemeClr val="bg1"/>
              </a:solidFill>
              <a:uFillTx/>
            </a:endParaRPr>
          </a:p>
        </p:txBody>
      </p:sp>
      <p:sp>
        <p:nvSpPr>
          <p:cNvPr id="24" name="文本框 23"/>
          <p:cNvSpPr txBox="1"/>
          <p:nvPr userDrawn="1">
            <p:custDataLst>
              <p:tags r:id="rId1"/>
            </p:custDataLst>
          </p:nvPr>
        </p:nvSpPr>
        <p:spPr>
          <a:xfrm>
            <a:off x="363855" y="2571750"/>
            <a:ext cx="8416925" cy="1824355"/>
          </a:xfrm>
          <a:prstGeom prst="rect">
            <a:avLst/>
          </a:prstGeom>
          <a:noFill/>
        </p:spPr>
        <p:txBody>
          <a:bodyPr wrap="square" lIns="0" tIns="144000" rIns="0" bIns="0" rtlCol="0">
            <a:noAutofit/>
          </a:bodyPr>
          <a:lstStyle/>
          <a:p>
            <a:r>
              <a:rPr lang="en-GB" spc="150">
                <a:solidFill>
                  <a:schemeClr val="accent2"/>
                </a:solidFill>
                <a:uFillTx/>
                <a:latin typeface="MiSans Medium" panose="00000600000000000000" charset="-122"/>
                <a:ea typeface="MiSans Medium" panose="00000600000000000000" charset="-122"/>
                <a:sym typeface="+mn-ea"/>
              </a:rPr>
              <a:t>Click to add subtitle</a:t>
            </a:r>
            <a:endParaRPr lang="en-GB" altLang="en-US" spc="150">
              <a:solidFill>
                <a:schemeClr val="accent2"/>
              </a:solidFill>
              <a:uFillTx/>
              <a:latin typeface="MiSans Medium" panose="00000600000000000000" charset="-122"/>
              <a:ea typeface="MiSans Medium" panose="000006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8775" y="597535"/>
            <a:ext cx="254000" cy="390525"/>
            <a:chOff x="425" y="941"/>
            <a:chExt cx="400" cy="615"/>
          </a:xfrm>
        </p:grpSpPr>
        <p:sp>
          <p:nvSpPr>
            <p:cNvPr id="3" name="椭圆 2"/>
            <p:cNvSpPr/>
            <p:nvPr/>
          </p:nvSpPr>
          <p:spPr>
            <a:xfrm>
              <a:off x="443" y="941"/>
              <a:ext cx="365" cy="365"/>
            </a:xfrm>
            <a:prstGeom prst="ellipse">
              <a:avLst/>
            </a:prstGeom>
            <a:noFill/>
            <a:ln w="6350">
              <a:solidFill>
                <a:schemeClr val="accent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000" dirty="0">
                  <a:solidFill>
                    <a:schemeClr val="accent2"/>
                  </a:solidFill>
                  <a:latin typeface="MiSans Normal" panose="00000500000000000000" charset="-122"/>
                  <a:ea typeface="MiSans Normal" panose="00000500000000000000" charset="-122"/>
                </a:rPr>
                <a:t>1</a:t>
              </a:r>
              <a:endParaRPr lang="en-US" altLang="zh-CN" sz="1000" dirty="0">
                <a:solidFill>
                  <a:schemeClr val="accent2"/>
                </a:solidFill>
                <a:latin typeface="MiSans Normal" panose="00000500000000000000" charset="-122"/>
                <a:ea typeface="MiSans Normal" panose="00000500000000000000" charset="-122"/>
              </a:endParaRPr>
            </a:p>
          </p:txBody>
        </p:sp>
        <p:cxnSp>
          <p:nvCxnSpPr>
            <p:cNvPr id="4" name="直接连接符 12"/>
            <p:cNvCxnSpPr/>
            <p:nvPr/>
          </p:nvCxnSpPr>
          <p:spPr>
            <a:xfrm>
              <a:off x="425" y="1556"/>
              <a:ext cx="4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3232785" y="635"/>
            <a:ext cx="5925185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1" t="-1" r="9502" b="12"/>
          <a:stretch>
            <a:fillRect/>
          </a:stretch>
        </p:blipFill>
        <p:spPr>
          <a:xfrm>
            <a:off x="3232786" y="636"/>
            <a:ext cx="5911214" cy="5142230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spc="150" dirty="0"/>
              <a:t>Slide</a:t>
            </a:r>
            <a:r>
              <a:rPr lang="zh-CN" altLang="en-US" spc="150" dirty="0"/>
              <a:t> </a:t>
            </a:r>
            <a:r>
              <a:rPr lang="en-GB" altLang="zh-CN" spc="150" dirty="0"/>
              <a:t>Separator With Image</a:t>
            </a:r>
            <a:endParaRPr lang="zh-CN" altLang="en-US" spc="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spc="150" dirty="0"/>
              <a:t>Slide Separator With Image</a:t>
            </a:r>
            <a:endParaRPr lang="zh-CN" altLang="en-US" spc="150" dirty="0"/>
          </a:p>
        </p:txBody>
      </p:sp>
      <p:pic>
        <p:nvPicPr>
          <p:cNvPr id="4" name="图片 3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1" t="-1" r="9502" b="12"/>
          <a:stretch>
            <a:fillRect/>
          </a:stretch>
        </p:blipFill>
        <p:spPr>
          <a:xfrm>
            <a:off x="3232786" y="636"/>
            <a:ext cx="5911214" cy="514223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358775" y="597535"/>
            <a:ext cx="254000" cy="390525"/>
            <a:chOff x="425" y="941"/>
            <a:chExt cx="400" cy="615"/>
          </a:xfrm>
        </p:grpSpPr>
        <p:sp>
          <p:nvSpPr>
            <p:cNvPr id="6" name="椭圆 5"/>
            <p:cNvSpPr/>
            <p:nvPr/>
          </p:nvSpPr>
          <p:spPr>
            <a:xfrm>
              <a:off x="443" y="941"/>
              <a:ext cx="365" cy="365"/>
            </a:xfrm>
            <a:prstGeom prst="ellipse">
              <a:avLst/>
            </a:prstGeom>
            <a:noFill/>
            <a:ln w="6350">
              <a:solidFill>
                <a:schemeClr val="accent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000" dirty="0">
                  <a:solidFill>
                    <a:schemeClr val="accent2"/>
                  </a:solidFill>
                  <a:latin typeface="MiSans Normal" panose="00000500000000000000" charset="-122"/>
                  <a:ea typeface="MiSans Normal" panose="00000500000000000000" charset="-122"/>
                </a:rPr>
                <a:t>1</a:t>
              </a:r>
              <a:endParaRPr lang="en-US" altLang="zh-CN" sz="1000" dirty="0">
                <a:solidFill>
                  <a:schemeClr val="accent2"/>
                </a:solidFill>
                <a:latin typeface="MiSans Normal" panose="00000500000000000000" charset="-122"/>
                <a:ea typeface="MiSans Normal" panose="00000500000000000000" charset="-122"/>
              </a:endParaRPr>
            </a:p>
          </p:txBody>
        </p:sp>
        <p:cxnSp>
          <p:nvCxnSpPr>
            <p:cNvPr id="7" name="直接连接符 12"/>
            <p:cNvCxnSpPr/>
            <p:nvPr/>
          </p:nvCxnSpPr>
          <p:spPr>
            <a:xfrm>
              <a:off x="425" y="1556"/>
              <a:ext cx="4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21" b="30431"/>
          <a:stretch>
            <a:fillRect/>
          </a:stretch>
        </p:blipFill>
        <p:spPr>
          <a:xfrm>
            <a:off x="-636" y="0"/>
            <a:ext cx="9144635" cy="252857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sz="3200" b="0" spc="150" dirty="0">
                <a:solidFill>
                  <a:schemeClr val="bg1"/>
                </a:solidFill>
                <a:uFillTx/>
              </a:rPr>
              <a:t>Slide </a:t>
            </a:r>
            <a:r>
              <a:rPr lang="en-US" altLang="zh-CN" sz="3200" b="0" spc="150" dirty="0" err="1">
                <a:solidFill>
                  <a:schemeClr val="bg1"/>
                </a:solidFill>
                <a:uFillTx/>
              </a:rPr>
              <a:t>Separater</a:t>
            </a:r>
            <a:r>
              <a:rPr lang="en-US" altLang="zh-CN" sz="3200" b="0" spc="150" dirty="0">
                <a:solidFill>
                  <a:schemeClr val="bg1"/>
                </a:solidFill>
                <a:uFillTx/>
              </a:rPr>
              <a:t> With Image</a:t>
            </a:r>
            <a:endParaRPr lang="en-US" altLang="zh-CN" sz="3200" b="0" spc="150" dirty="0">
              <a:solidFill>
                <a:schemeClr val="bg1"/>
              </a:solidFill>
              <a:uFillTx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;p1"/>
          <p:cNvSpPr txBox="1"/>
          <p:nvPr userDrawn="1">
            <p:custDataLst>
              <p:tags r:id="rId1"/>
            </p:custDataLst>
          </p:nvPr>
        </p:nvSpPr>
        <p:spPr>
          <a:xfrm>
            <a:off x="363855" y="635"/>
            <a:ext cx="1740535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sz="800" i="0" u="none" strike="noStrike" cap="none">
                <a:solidFill>
                  <a:schemeClr val="accent2"/>
                </a:solidFill>
                <a:latin typeface="MiSans Demibold" panose="00000700000000000000" charset="-122"/>
                <a:ea typeface="MiSans Demibold" panose="00000700000000000000" charset="-122"/>
                <a:cs typeface="Inter" panose="02000503000000020004"/>
                <a:sym typeface="Inter" panose="02000503000000020004"/>
              </a:rPr>
              <a:t>Chapter Titles</a:t>
            </a:r>
            <a:endParaRPr sz="800" i="0" u="none" strike="noStrike" cap="none">
              <a:solidFill>
                <a:schemeClr val="accent2"/>
              </a:solidFill>
              <a:latin typeface="MiSans Demibold" panose="00000700000000000000" charset="-122"/>
              <a:ea typeface="MiSans Demibold" panose="00000700000000000000" charset="-122"/>
              <a:cs typeface="Inter" panose="02000503000000020004"/>
              <a:sym typeface="Inter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</a:pPr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/>
        <p:txBody>
          <a:bodyPr>
            <a:normAutofit/>
          </a:bodyPr>
          <a:lstStyle/>
          <a:p>
            <a:r>
              <a:rPr lang="en-GB" sz="2800" spc="150" dirty="0">
                <a:solidFill>
                  <a:schemeClr val="bg1"/>
                </a:solidFill>
                <a:uFillTx/>
                <a:sym typeface="+mn-ea"/>
              </a:rPr>
              <a:t>We look forward to </a:t>
            </a:r>
            <a:br>
              <a:rPr lang="en-GB" sz="2800" spc="150" dirty="0">
                <a:solidFill>
                  <a:schemeClr val="bg1"/>
                </a:solidFill>
                <a:uFillTx/>
                <a:sym typeface="+mn-ea"/>
              </a:rPr>
            </a:br>
            <a:r>
              <a:rPr lang="en-GB" sz="2800" spc="150" dirty="0">
                <a:solidFill>
                  <a:schemeClr val="bg1"/>
                </a:solidFill>
                <a:uFillTx/>
                <a:sym typeface="+mn-ea"/>
              </a:rPr>
              <a:t>working with you</a:t>
            </a:r>
            <a:br>
              <a:rPr dirty="0">
                <a:solidFill>
                  <a:schemeClr val="lt1"/>
                </a:solidFill>
              </a:rPr>
            </a:br>
            <a:br>
              <a:rPr dirty="0">
                <a:solidFill>
                  <a:schemeClr val="lt1"/>
                </a:solidFill>
              </a:rPr>
            </a:br>
            <a:r>
              <a:rPr lang="en-GB" sz="1400" spc="150" dirty="0">
                <a:solidFill>
                  <a:schemeClr val="accent2"/>
                </a:solidFill>
                <a:latin typeface="MiSans Medium" panose="00000600000000000000" charset="-122"/>
                <a:ea typeface="MiSans Medium" panose="00000600000000000000" charset="-122"/>
                <a:cs typeface="Inter" panose="02000503000000020004"/>
                <a:sym typeface="Inter" panose="02000503000000020004"/>
              </a:rPr>
              <a:t>Name Surname</a:t>
            </a:r>
            <a:br>
              <a:rPr sz="1400" spc="150" dirty="0">
                <a:solidFill>
                  <a:schemeClr val="accent2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</a:br>
            <a:r>
              <a:rPr lang="en-GB" sz="1400" b="0" spc="150" dirty="0">
                <a:solidFill>
                  <a:schemeClr val="lt1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Business Development Manager</a:t>
            </a:r>
            <a:br>
              <a:rPr sz="1400" b="0" spc="150" dirty="0">
                <a:solidFill>
                  <a:schemeClr val="lt1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</a:br>
            <a:r>
              <a:rPr lang="en-GB" sz="1400" b="0" i="1" spc="150" dirty="0">
                <a:solidFill>
                  <a:schemeClr val="lt1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email@</a:t>
            </a:r>
            <a:r>
              <a:rPr lang="en-US" altLang="en-GB" sz="1400" b="0" i="1" spc="150" dirty="0" err="1">
                <a:solidFill>
                  <a:schemeClr val="lt1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inspiregroup</a:t>
            </a:r>
            <a:r>
              <a:rPr lang="en-GB" sz="1400" b="0" i="1" spc="150" dirty="0">
                <a:solidFill>
                  <a:schemeClr val="lt1"/>
                </a:solidFill>
                <a:latin typeface="MiSans Light" panose="00000400000000000000" charset="-122"/>
                <a:ea typeface="MiSans Light" panose="00000400000000000000" charset="-122"/>
                <a:cs typeface="Inter" panose="02000503000000020004"/>
                <a:sym typeface="Inter" panose="02000503000000020004"/>
              </a:rPr>
              <a:t>.com</a:t>
            </a:r>
            <a:endParaRPr lang="zh-CN" altLang="en-US" sz="1400" spc="150" dirty="0">
              <a:latin typeface="MiSans Light" panose="00000400000000000000" charset="-122"/>
              <a:ea typeface="MiSans Light" panose="0000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2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COMMONDATA" val="eyJoZGlkIjoiZjFmZWIzNDg2MmIzZjExOTIzMmViNTBmYTMwYTk0ZWYifQ==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636569"/>
      </a:dk2>
      <a:lt2>
        <a:srgbClr val="F5F5F6"/>
      </a:lt2>
      <a:accent1>
        <a:srgbClr val="0A2240"/>
      </a:accent1>
      <a:accent2>
        <a:srgbClr val="33B5E7"/>
      </a:accent2>
      <a:accent3>
        <a:srgbClr val="00524C"/>
      </a:accent3>
      <a:accent4>
        <a:srgbClr val="6FB1C8"/>
      </a:accent4>
      <a:accent5>
        <a:srgbClr val="625D9C"/>
      </a:accent5>
      <a:accent6>
        <a:srgbClr val="F5ACB8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</Words>
  <Application>WPS Office WWO_feishu_20241028185521-3ecd29d096</Application>
  <PresentationFormat>全屏显示(16:9)</PresentationFormat>
  <Paragraphs>72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MiSans Light</vt:lpstr>
      <vt:lpstr>汉仪书宋二KW</vt:lpstr>
      <vt:lpstr>Inter</vt:lpstr>
      <vt:lpstr>MingLiU-ExtB</vt:lpstr>
      <vt:lpstr>Arial</vt:lpstr>
      <vt:lpstr>MiSans Semibold</vt:lpstr>
      <vt:lpstr>MiSans</vt:lpstr>
      <vt:lpstr>MiSans Medium</vt:lpstr>
      <vt:lpstr>Wingdings</vt:lpstr>
      <vt:lpstr>MiSans</vt:lpstr>
      <vt:lpstr>Inter SemiBold</vt:lpstr>
      <vt:lpstr>MiSans Normal</vt:lpstr>
      <vt:lpstr>MiSans Demibold</vt:lpstr>
      <vt:lpstr>MiSans Demibold</vt:lpstr>
      <vt:lpstr>MiSans Semibold</vt:lpstr>
      <vt:lpstr>MiSans Normal</vt:lpstr>
      <vt:lpstr>1_WPS</vt:lpstr>
      <vt:lpstr>Inspire PPT Template  Cover</vt:lpstr>
      <vt:lpstr>Inspire PPT Template  Cover</vt:lpstr>
      <vt:lpstr>Typography 字体使用</vt:lpstr>
      <vt:lpstr>Colour 色彩使用</vt:lpstr>
      <vt:lpstr>CONTENTS</vt:lpstr>
      <vt:lpstr>Slide Separater</vt:lpstr>
      <vt:lpstr>Slide Separator With Image</vt:lpstr>
      <vt:lpstr>Slide Separator With Image</vt:lpstr>
      <vt:lpstr>Slide Separater With Image</vt:lpstr>
      <vt:lpstr>PowerPoint 演示文稿</vt:lpstr>
      <vt:lpstr>We look forward to  working with you  Name Surname Business Development Manager email@inspiregroup.com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请先将此文件“下载”到本地 再进行编辑使用</dc:title>
  <dc:creator/>
  <cp:lastModifiedBy>恤 张</cp:lastModifiedBy>
  <dcterms:created xsi:type="dcterms:W3CDTF">2026-03-12T04:19:37Z</dcterms:created>
  <dcterms:modified xsi:type="dcterms:W3CDTF">2026-03-12T04:19:37Z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D728C72880C249A1A13CEDAED9A56081_13</vt:lpwstr>
  </property>
</Properties>
</file>