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Existing Content Test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should be restyled but preserved.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Header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point 1</a:t>
            </a:r>
          </a:p>
          <a:p>
            <a:r>
              <a:t>Bullet point 2 with some detail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0" y="1828800"/>
          <a:ext cx="36576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r>
                        <a:t>Header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Header B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Data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Data 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