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Lato"/>
              </a:rPr>
              <a:t>Existing Content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Lato"/>
              </a:rPr>
              <a:t>This should be restyled but preserved.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Lato"/>
              </a:rPr>
              <a:t>Slide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Lato"/>
              </a:rPr>
              <a:t>Bullet point 1</a:t>
            </a:r>
          </a:p>
          <a:p>
            <a:r>
              <a:rPr>
                <a:latin typeface="Lato"/>
              </a:rPr>
              <a:t>Bullet point 2 with some detail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Lato"/>
                        </a:rP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Lato"/>
                        </a:rPr>
                        <a:t>Header 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Lato"/>
                        </a:rPr>
                        <a:t>Data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Lato"/>
                        </a:rPr>
                        <a:t>Data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